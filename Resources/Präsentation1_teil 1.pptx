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2FB183-11E4-A894-962C-F33898448E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651B103-58C1-84A1-8C53-04A78196B1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977A927-A889-CF79-8CF8-1E93187D3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5E73E-67E5-4110-A599-7271E3885D2E}" type="datetimeFigureOut">
              <a:rPr lang="de-DE" smtClean="0"/>
              <a:t>21.06.2026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986070-A4BC-D4AE-686E-C887551F5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9BC5855-C99F-2E9A-C8CA-6D529B8A8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BE214-BFCA-4FD1-8A8A-9AD44E435C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1352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123459-6C8D-5DB9-D477-7F5BED558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15B3A9E-10E2-6D67-E3E7-A900C11CD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DCC61BD-5C40-0253-9040-45446B12A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5E73E-67E5-4110-A599-7271E3885D2E}" type="datetimeFigureOut">
              <a:rPr lang="de-DE" smtClean="0"/>
              <a:t>21.06.2026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2718E45-FF90-3B8E-B1C3-7DEC2D76A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367EC15-447A-FE23-5083-1280C1DC9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BE214-BFCA-4FD1-8A8A-9AD44E435C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3393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DCF40A-2AC7-AA90-12E3-2F4F63D5C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B963A1E-7226-B684-DF36-6C7014CF50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5858558-050E-D946-8089-367B5A559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5E73E-67E5-4110-A599-7271E3885D2E}" type="datetimeFigureOut">
              <a:rPr lang="de-DE" smtClean="0"/>
              <a:t>21.06.2026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BEDC791-9DBA-675F-F521-0A2493B51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23B7696-0294-ACBD-16B2-94F1FCFAA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BE214-BFCA-4FD1-8A8A-9AD44E435C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2098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B5A1D2-63DD-CD58-1FFE-DE0FE2313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AD587E7-715B-8ADD-5570-1E4B73CCEB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27074C1-3981-F0EA-26B6-C93DA235DF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DF6DCEE-601D-5F60-4C65-647F25C4A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5E73E-67E5-4110-A599-7271E3885D2E}" type="datetimeFigureOut">
              <a:rPr lang="de-DE" smtClean="0"/>
              <a:t>21.06.2026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5D5F203-C150-B927-9AFC-58775F933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11F46D2-55F0-859C-CDFE-0B1B65B4F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BE214-BFCA-4FD1-8A8A-9AD44E435C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8198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2459B3-7933-4820-950F-104B3B964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1DDE6AD-1057-55A1-8AC6-B4F953D730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9D351B9-8518-2960-A71F-B900DE814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9975277-00D0-2341-7943-70E7CC62A6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DED1C77-CFE9-370F-C43F-4555789661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C51D9B8-C829-4623-39FE-68C5ECBC7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5E73E-67E5-4110-A599-7271E3885D2E}" type="datetimeFigureOut">
              <a:rPr lang="de-DE" smtClean="0"/>
              <a:t>21.06.2026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0550BDB-92E6-2241-4E89-4AA7CBABF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32B6F5D-CFEE-DA39-DE24-3C4302FD3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BE214-BFCA-4FD1-8A8A-9AD44E435C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7546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7DAF4D-3AB7-652D-9F12-2566C56CD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93C3D0B-2F0B-9283-B3BC-5C8A9B77A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5E73E-67E5-4110-A599-7271E3885D2E}" type="datetimeFigureOut">
              <a:rPr lang="de-DE" smtClean="0"/>
              <a:t>21.06.2026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D3E060E-A4C5-3D5C-443E-C2CD61CC6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EE720C7-588E-3F66-2694-6EAED83A3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BE214-BFCA-4FD1-8A8A-9AD44E435C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030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FFCC218-B205-B70D-68C9-D0ABADF54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5E73E-67E5-4110-A599-7271E3885D2E}" type="datetimeFigureOut">
              <a:rPr lang="de-DE" smtClean="0"/>
              <a:t>21.06.2026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CC00BB7-82DD-EBF0-A2F1-F2EE30413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E1C9A1-B7BD-3736-37E0-8C397EBE3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BE214-BFCA-4FD1-8A8A-9AD44E435C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7505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1B3F5D-97D1-69C7-776E-01AC94743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BA28F3F-A6B7-5D08-F029-FAD4CD915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F299C5D-F74F-5C63-A585-6F773BC8A5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15BAD66-362D-BBBD-3A23-B0D4F23B1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5E73E-67E5-4110-A599-7271E3885D2E}" type="datetimeFigureOut">
              <a:rPr lang="de-DE" smtClean="0"/>
              <a:t>21.06.2026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DF0066E-F43A-8405-6487-4109E33FE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3D5A191-B2DB-BAE4-9E30-E6AF9EE91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BE214-BFCA-4FD1-8A8A-9AD44E435C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0491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4ACD27-519C-EC02-EDD5-FC6B07A9B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14D442E-B5FE-7BF7-5CA4-9A30B6AB84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559CD7C-7E12-2821-1286-75465AD2ED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BCF15EA-73C1-8EDE-9F83-1071B6E93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5E73E-67E5-4110-A599-7271E3885D2E}" type="datetimeFigureOut">
              <a:rPr lang="de-DE" smtClean="0"/>
              <a:t>21.06.2026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8D0985C-E53E-6494-9AAE-48353D211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6FDA78D-80BF-93F5-4CC2-714F39001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BE214-BFCA-4FD1-8A8A-9AD44E435C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9549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EA0AC9-B41D-D5E2-98E2-EBCB1647D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0EF7791-5EF1-97ED-D391-9DDE297E1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A12C54-7316-13B2-28BC-9934D0AC7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5E73E-67E5-4110-A599-7271E3885D2E}" type="datetimeFigureOut">
              <a:rPr lang="de-DE" smtClean="0"/>
              <a:t>21.06.2026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EA9135-A010-6CFE-3FD4-218B4FDDE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804370-9FD8-05FF-4518-44C66BE12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BE214-BFCA-4FD1-8A8A-9AD44E435C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8904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CFB8CCB-03B6-37F2-9FEF-7C1582BB01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DD9B777-EC9A-2924-5EC1-6413796BF5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57FD953-7C1E-1A70-FC0E-D12B9AD76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5E73E-67E5-4110-A599-7271E3885D2E}" type="datetimeFigureOut">
              <a:rPr lang="de-DE" smtClean="0"/>
              <a:t>21.06.2026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43247FD-496D-6B5A-2E75-981DA0506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352125F-8AA4-6CAB-5FF0-2E177E597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BE214-BFCA-4FD1-8A8A-9AD44E435C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5301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77F24DD-AB7B-283C-AFE8-97F92C107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753C9A5-38C4-F9AB-3A7C-146F82D4B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F386BB5-557A-79C4-F6F0-738C680471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85E73E-67E5-4110-A599-7271E3885D2E}" type="datetimeFigureOut">
              <a:rPr lang="de-DE" smtClean="0"/>
              <a:t>21.06.2026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2ED21D5-01E2-08C5-0EF0-5066F58AAE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5672F61-C439-D136-AEB5-E42F466F5C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4BE214-BFCA-4FD1-8A8A-9AD44E435C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0991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43D7B-3304-3AC8-B847-1AE56EAF2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855430-39D0-F58A-E0AD-D1CCABE667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3663B26-BD94-DD07-2459-47B1C694FD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9BF85FA-D8AE-5FE1-0E33-0365C3727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859" y="1904868"/>
            <a:ext cx="7628281" cy="304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983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E55A09-F405-DBE7-13BF-74BA38B33D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8409062-4140-BF36-4D70-22CB9CE788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108E07F-5D1E-63E8-1B29-A1A7BA82B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185" y="2114436"/>
            <a:ext cx="6797629" cy="2629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143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3A7C9C-235C-86F6-18C1-A99D04BAE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098ABB6-B0C2-5CC1-91BD-58E8E96AB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EE2A75C-76EC-5328-189B-A7BB237D9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263" y="572756"/>
            <a:ext cx="8010674" cy="4635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717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BEB1E3-1C97-E914-5503-A116E61B4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5FBE2D5-18C8-635F-0406-FEE4730D0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72B7249-F648-EDA0-1DF9-367022E3F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4874" y="1211388"/>
            <a:ext cx="6142252" cy="443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366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0A6D3E-37B2-8D18-BB92-E96AB8720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2DDA4D-9B25-8D06-FDC3-BED7C5A16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7A00244-B2D6-7893-8B96-B0D1C383B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6770" y="1238060"/>
            <a:ext cx="6218459" cy="438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055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8B4FF8-1ECC-422C-A3E1-D95FA8DCA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FE129B4-45F9-6BF8-2E64-A2C8483A1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C6EA833-E321-A490-B1D9-AF1416DB4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158" y="1366576"/>
            <a:ext cx="7734952" cy="3213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88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6BE1F0-6CAF-1969-923F-8995616C0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F6D4676-09A0-4371-8F17-285971EC4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486C408-8F56-A0C6-D1EA-AADD04BC0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392" y="1649576"/>
            <a:ext cx="6645216" cy="355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675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F660FA-1358-8C44-9055-DF5BB9CC2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1617B77-0F2C-91A5-E438-86934044B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6CEFEFF-A755-E957-D950-386DC0177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6338" y="1786747"/>
            <a:ext cx="5799323" cy="3284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096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730A59-F73A-CE2E-5C69-93C5ECF22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BC0FBA6-858D-40FF-B544-6599C2A2A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8D6C807-0E29-1285-18E6-B337FAF3A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393" y="1154233"/>
            <a:ext cx="7087214" cy="454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530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4575DF-328A-F78D-20D0-0079A720E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CB87A5-1A3F-A2FF-08C1-98626102F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DBADE29-8D00-5290-7918-1CF2F2EA5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7101" y="1859144"/>
            <a:ext cx="7597798" cy="313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408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162338-A04E-7946-5683-AA6EF99B4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773C2C5-58B9-390B-8762-7B763FE0D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1402627-B159-3E10-ED13-1F4D34AE7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202" y="1230439"/>
            <a:ext cx="6637595" cy="439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865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1080AD-B82E-74BF-1AEB-D0CFC9947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CD7218-43FB-2C49-6C32-60B3973B7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7F1AE3A-587E-0894-E0DE-DEF8CD0EB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566" y="1238060"/>
            <a:ext cx="7696867" cy="438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525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496EF6-82D4-6F57-7809-C313E09CD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F9D6C52-D6E7-C387-B58F-99A878F33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BBBDDD2-048A-C01A-AD7C-25B9CD5AF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167" y="1725782"/>
            <a:ext cx="6515665" cy="3406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1649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713F3C-7059-0217-2AFE-78ADF4BFA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CEA3EE6-5214-1614-6818-9B79C0E2F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062F96B-4085-E487-DBD6-D116C84E9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754" y="1192336"/>
            <a:ext cx="6820491" cy="447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6526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592438-36EF-D430-2C94-CC7955FD7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1F88B85-2C55-3962-CA0D-300D914B7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4587114-3A7D-57D5-AA49-606DD0EA0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134" y="1287594"/>
            <a:ext cx="7277731" cy="428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3690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972CD0-A796-9A9C-4D2D-E4FDD24FA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EE0BC3-B049-D93F-01F9-F92E829CD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A07E713-56F7-5F0B-64FA-D3F08C400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2977" y="1782937"/>
            <a:ext cx="6066046" cy="329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4979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A88C46-9A0C-68A5-874D-048F29E8D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C8B4061-721E-9376-FE9F-9AB6F0B57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E8EF13B-B65D-EF6B-92A2-1E249EADD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5026" y="1276163"/>
            <a:ext cx="4701947" cy="430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212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17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Jonas Gilles</dc:creator>
  <cp:lastModifiedBy>Jonas Gilles</cp:lastModifiedBy>
  <cp:revision>1</cp:revision>
  <dcterms:created xsi:type="dcterms:W3CDTF">2026-06-21T15:31:36Z</dcterms:created>
  <dcterms:modified xsi:type="dcterms:W3CDTF">2026-06-21T16:18:39Z</dcterms:modified>
</cp:coreProperties>
</file>